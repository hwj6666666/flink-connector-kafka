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01" descr="pag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02" descr="pag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03" descr="pag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04" descr="pag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05" descr="pag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06" descr="pag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07" descr="pag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08" descr="pag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09" descr="pag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10" descr="pag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11" descr="pag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12" descr="page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13" descr="page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14" descr="page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15" descr="page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16" descr="page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17" descr="page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18" descr="page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19" descr="page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20" descr="page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21" descr="page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22" descr="page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23" descr="page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24" descr="page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25" descr="page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26" descr="page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27" descr="page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ge-028" descr="page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